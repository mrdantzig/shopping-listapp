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11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 TREND BRIEFING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685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AI 기술 트렌드 한눈에 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AI를 넘어, 에이전트·추론·경량화가 이끄는 다음 단계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575304" cy="2377440"/>
          </a:xfrm>
          <a:prstGeom prst="roundRect">
            <a:avLst>
              <a:gd name="adj" fmla="val 3077"/>
            </a:avLst>
          </a:prstGeom>
          <a:solidFill>
            <a:srgbClr val="161B3D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55064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6479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172821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3232" y="224028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에이전틱 AI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" y="269748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도구를 스스로 호출해 여러 단계의 작업을 계획하고 실행하는 '에이전트'로 진화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06824" y="1417320"/>
            <a:ext cx="3575304" cy="2377440"/>
          </a:xfrm>
          <a:prstGeom prst="roundRect">
            <a:avLst>
              <a:gd name="adj" fmla="val 3077"/>
            </a:avLst>
          </a:prstGeom>
          <a:solidFill>
            <a:srgbClr val="161B3D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2856" y="1655064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764792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4648" y="172821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62856" y="224028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모델 &amp; 테스트타임 컴퓨트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62856" y="269748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전 단계별로 '생각'하며 복잡한 문제의 정확도를 높이는 추론 특화 모델 확산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56448" y="1417320"/>
            <a:ext cx="3575304" cy="2377440"/>
          </a:xfrm>
          <a:prstGeom prst="roundRect">
            <a:avLst>
              <a:gd name="adj" fmla="val 3077"/>
            </a:avLst>
          </a:prstGeom>
          <a:solidFill>
            <a:srgbClr val="161B3D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0" y="1655064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764792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34272" y="172821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412480" y="224028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멀티모달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12480" y="269748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텍스트·이미지·음성·영상을 하나의 모델이 이해하고 생성하는 완전 통합형 AI 등장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57200" y="4069080"/>
            <a:ext cx="3575304" cy="2377440"/>
          </a:xfrm>
          <a:prstGeom prst="roundRect">
            <a:avLst>
              <a:gd name="adj" fmla="val 3077"/>
            </a:avLst>
          </a:prstGeom>
          <a:solidFill>
            <a:srgbClr val="161B3D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13232" y="4306824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16552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35024" y="437997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13232" y="48920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온디바이스 &amp; 경량화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13232" y="534924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스마트폰·PC에서 직접 구동되는 소형 고성능 모델로 비용과 응답 지연을 대폭 절감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306824" y="4069080"/>
            <a:ext cx="3575304" cy="2377440"/>
          </a:xfrm>
          <a:prstGeom prst="roundRect">
            <a:avLst>
              <a:gd name="adj" fmla="val 3077"/>
            </a:avLst>
          </a:prstGeom>
          <a:solidFill>
            <a:srgbClr val="161B3D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62856" y="4306824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416552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84648" y="437997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562856" y="48920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모델 확산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4562856" y="534924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 웨이트 모델의 성능이 최상위권에 근접하며 기업의 자체 구축 수요가 증가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8156448" y="4069080"/>
            <a:ext cx="3575304" cy="2377440"/>
          </a:xfrm>
          <a:prstGeom prst="roundRect">
            <a:avLst>
              <a:gd name="adj" fmla="val 3077"/>
            </a:avLst>
          </a:prstGeom>
          <a:solidFill>
            <a:srgbClr val="161B3D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412480" y="4306824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416552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34272" y="437997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06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8412480" y="48920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규제 &amp; 거버넌스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412480" y="534924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각국의 AI 안전·투명성 규제가 본격 시행되며 컴플라이언스가 핵심 과제로 부상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2026-08-02T10:22:59Z</dcterms:created>
  <dcterms:modified xsi:type="dcterms:W3CDTF">2026-08-02T10:22:59Z</dcterms:modified>
</cp:coreProperties>
</file>